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عرّف نفسك والتطبيق بجملة: إداراتي يرتّب إيجارات العائلات في البحرين — مين دفع ومين تأخر، والعقود اللي قربت تخلص. وقل من البداية إنه نسخة تجريبية قبل أول عائلة.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هذي مشكلة عائلتنا نفسها، ومنها بدأ التطبيق. ما عندنا رقم سوق موثّق نعرضه، فالعرض يركّز على المشكلة اللي نعرفها من قريب.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اعرض الشاشة الرئيسية: نسبة التحصيل، المتأخرين، وزر «استلمت». كل الأرقام هني تجريبية.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ثلاث شاشات حقيقية من التطبيق ببيانات تجريبية: المستأجرين، جدول المتابعة اللي يتصدّر Excel، والوثائق مع تنبيه قبل الانتهاء.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كل ميزة هني مختبرة وشغالة اليوم. الحساب العائلي والفاتورة الضريبية اختيارية. تذكيرات الجوال موجودة بتطبيق الجوال وتتفعّل باختيار المستخدم.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الخصوصية ميزة بيع للعائلات. ملاحظة صريحة: سياسة الخصوصية مكتوبة وتنتظر مراجعة محامي مرخّص قبل أي نشر عام، والبيانات المتزامنة محفوظة بسيرفر Supabase بطوكيو.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الأرقام من المشروع نفسه وقت تجهيز العرض. 197 فحص بالمتصفح، 41 فحص أمان لقاعدة البيانات. آيفون يفتح بالسميوليتر بنجاح؛ اختبار محاكي أندرويد انضاف حديثاً.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قلها قبل ما ينسأل: ما فيه مستخدمين للحين. اللي نعرضه منتج شغّال ومختبر، والخطوة الجاية تجربة حقيقية. بدون تاريخ إطلاق.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ما عندنا سعر ولا نتوقع إيراد. الخيارات مطروحة للنقاش، والقرار بعد ما نشوف العائلات شلون تستخدمه. التكاليف الوحيدة المؤكدة: أبل 99 دولار بالسنة (حوالي 37.3 د.ب) وقوقل 25 دولار مرة (حوالي 9.4 د.ب).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الطلب صغير ومحدد عمداً. المبلغ بين القوسين يحدده محمد قبل العرض: أتعاب المحامي ما انعرفت للحين.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اختم بدعوة للتجربة، مو بوعد. حط رقمك وإيميلك مكان الأقواس قبل الإرسال.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إداراتي — عرض للشركاء</dc:title>
  <dc:subject/>
  <dc:creator>محمد جمعة · WADQA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